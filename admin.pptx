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Admin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Elrhea Clinic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admin-dashboard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admin-laporan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admin-contoh-laporan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4572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admin-dokter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admin-spesialisasi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admin-layanan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admin-produk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200" dirty="0"/>
          </a:p>
        </p:txBody>
      </p:sp>
      <p:pic>
        <p:nvPicPr>
          <p:cNvPr id="5" name="Image 0" descr="D:\kerja\next2\s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login.png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admin-dashboard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200" dirty="0"/>
          </a:p>
        </p:txBody>
      </p:sp>
      <p:pic>
        <p:nvPicPr>
          <p:cNvPr id="5" name="Image 0" descr="D:\kerja\next2\ss\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admin-dashboard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admin-dashboard.png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admin-laporan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200" dirty="0"/>
          </a:p>
        </p:txBody>
      </p:sp>
      <p:pic>
        <p:nvPicPr>
          <p:cNvPr id="5" name="Image 0" descr="D:\kerja\next2\ss\admin-lapo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admin-laporan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admin-laporan.png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admin-contoh-laporan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200" dirty="0"/>
          </a:p>
        </p:txBody>
      </p:sp>
      <p:pic>
        <p:nvPicPr>
          <p:cNvPr id="5" name="Image 0" descr="D:\kerja\next2\ss\admin-contoh-lapo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admin-contoh-laporan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admin-contoh-laporan.png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admin-dokter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200" dirty="0"/>
          </a:p>
        </p:txBody>
      </p:sp>
      <p:pic>
        <p:nvPicPr>
          <p:cNvPr id="5" name="Image 0" descr="D:\kerja\next2\ss\admin-dok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admin-dokter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admin-dokter.png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admin-spesialisasi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200" dirty="0"/>
          </a:p>
        </p:txBody>
      </p:sp>
      <p:pic>
        <p:nvPicPr>
          <p:cNvPr id="5" name="Image 0" descr="D:\kerja\next2\ss\admin-spesialis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admin-spesialisasi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admin-spesialisasi.png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admin-layanan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200" dirty="0"/>
          </a:p>
        </p:txBody>
      </p:sp>
      <p:pic>
        <p:nvPicPr>
          <p:cNvPr id="5" name="Image 0" descr="D:\kerja\next2\ss\admin-layan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admin-layanan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admin-layanan.png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admin-produk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200" dirty="0"/>
          </a:p>
        </p:txBody>
      </p:sp>
      <p:pic>
        <p:nvPicPr>
          <p:cNvPr id="5" name="Image 0" descr="D:\kerja\next2\ss\admin-produ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admin-produk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admin-produk.png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Akhir Panduan ~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Admin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halaman tutorial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 - Admin</dc:title>
  <dc:subject>PptxGenJS Presentation</dc:subject>
  <dc:creator>SIMKlinik</dc:creator>
  <cp:lastModifiedBy>SIMKlinik</cp:lastModifiedBy>
  <cp:revision>1</cp:revision>
  <dcterms:created xsi:type="dcterms:W3CDTF">2026-07-19T01:48:22Z</dcterms:created>
  <dcterms:modified xsi:type="dcterms:W3CDTF">2026-07-19T01:48:22Z</dcterms:modified>
</cp:coreProperties>
</file>