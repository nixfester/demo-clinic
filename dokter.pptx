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Dokter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dokter-dashboard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dokter-antrian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dokter-rme-sebelumnya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dokter-rme-pengisian-soap-form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dokter-pengisian-form-layanan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dokter-form-resep-obat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1200" dirty="0"/>
          </a:p>
        </p:txBody>
      </p:sp>
      <p:pic>
        <p:nvPicPr>
          <p:cNvPr id="5" name="Image 0" descr="D:\kerja\next2\s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dokter-dashboard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200" dirty="0"/>
          </a:p>
        </p:txBody>
      </p:sp>
      <p:pic>
        <p:nvPicPr>
          <p:cNvPr id="5" name="Image 0" descr="D:\kerja\next2\ss\dokt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dokter-dashboard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dokter-dashboard.png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dokter-antrian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200" dirty="0"/>
          </a:p>
        </p:txBody>
      </p:sp>
      <p:pic>
        <p:nvPicPr>
          <p:cNvPr id="5" name="Image 0" descr="D:\kerja\next2\ss\dokter-antr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dokter-antrian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dokter-antrian.png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dokter-rme-sebelumnya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200" dirty="0"/>
          </a:p>
        </p:txBody>
      </p:sp>
      <p:pic>
        <p:nvPicPr>
          <p:cNvPr id="5" name="Image 0" descr="D:\kerja\next2\ss\dokter-rme-sebelumn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dokter-rme-sebelumnya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dokter-rme-sebelumnya.png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dokter-rme-pengisian-soap-form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200" dirty="0"/>
          </a:p>
        </p:txBody>
      </p:sp>
      <p:pic>
        <p:nvPicPr>
          <p:cNvPr id="5" name="Image 0" descr="D:\kerja\next2\ss\dokter-rme-pengisian-soap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dokter-rme-pengisian-soap-form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dokter-rme-pengisian-soap-form.png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dokter-pengisian-form-layanan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200" dirty="0"/>
          </a:p>
        </p:txBody>
      </p:sp>
      <p:pic>
        <p:nvPicPr>
          <p:cNvPr id="5" name="Image 0" descr="D:\kerja\next2\ss\dokter-pengisian-form-lay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dokter-pengisian-form-layanan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dokter-pengisian-form-layanan.png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dokter-form-resep-obat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200" dirty="0"/>
          </a:p>
        </p:txBody>
      </p:sp>
      <p:pic>
        <p:nvPicPr>
          <p:cNvPr id="5" name="Image 0" descr="D:\kerja\next2\ss\dokter-form-resep-ob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dokter-form-resep-obat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dokter-form-resep-obat.png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Akhir Panduan ~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Dokter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 tutorial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- Dokter</dc:title>
  <dc:subject>PptxGenJS Presentation</dc:subject>
  <dc:creator>SIMKlinik</dc:creator>
  <cp:lastModifiedBy>SIMKlinik</cp:lastModifiedBy>
  <cp:revision>1</cp:revision>
  <dcterms:created xsi:type="dcterms:W3CDTF">2026-07-19T01:48:22Z</dcterms:created>
  <dcterms:modified xsi:type="dcterms:W3CDTF">2026-07-19T01:48:22Z</dcterms:modified>
</cp:coreProperties>
</file>