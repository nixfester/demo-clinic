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- Admin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Elrhea Clinic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Isi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0" y="44805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Admin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Menu Laporan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Contoh Laporan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0" y="44805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Manajemen Dokter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Manajemen Spesialisasi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Manajemen Layanan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Manajemen Produk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1200" dirty="0"/>
          </a:p>
        </p:txBody>
      </p:sp>
      <p:pic>
        <p:nvPicPr>
          <p:cNvPr id="5" name="Image 0" descr="D:\kerja\next2\s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adalah halaman login sistem SIMKlinik.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masuk ke sistem: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Masukkan email atau username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Masukkan password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Klik tombol "Masuk"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role sesuai dengan akun Anda: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Admin / Superadmin - Akses penuh ke semua fitur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Dokter - Akses halaman dokter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Kasir - Akses halaman kasir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Karyawan - Akses halaman karyawan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admin jika lupa password.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login.png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Admin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200" dirty="0"/>
          </a:p>
        </p:txBody>
      </p:sp>
      <p:pic>
        <p:nvPicPr>
          <p:cNvPr id="5" name="Image 0" descr="D:\kerja\next2\ss\admi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Admin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utama setelah admin login.
Statistik lengkap:
• Total semua pasien
• Pendapatan bulan ini
• Antrian aktif
• Pasien belum bayar
• Total dokter aktif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punya akses penuh ke: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Manajemen dokter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Manajemen layanan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Manajemen produk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Manajemen pengguna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Semua laporan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kiri untuk navigasi lengkap.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admin-dashboard.png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Menu Laporan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1200" dirty="0"/>
          </a:p>
        </p:txBody>
      </p:sp>
      <p:pic>
        <p:nvPicPr>
          <p:cNvPr id="5" name="Image 0" descr="D:\kerja\next2\ss\admin-lapo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Menu Laporan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utama untuk semua laporan klinik.
Jenis laporan yang tersedia:
1. HARIAN:
   Aktivitas per hari tertentu
2. BULANAN:
   Rekap seluruh bulan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PER DOKTER: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Statistik masing-masing dokter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PRODUK: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Laporan penjualan produk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LAYANAN: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Laporan penjualan layanan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Filter: Pilih tanggal, export PDF/Excel.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admin-laporan.png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Contoh Laporan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200" dirty="0"/>
          </a:p>
        </p:txBody>
      </p:sp>
      <p:pic>
        <p:nvPicPr>
          <p:cNvPr id="5" name="Image 0" descr="D:\kerja\next2\ss\admin-contoh-lapo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Contoh Laporan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tampilan laporan sebelum didownload.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 laporan: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Logo klinik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dan alamat klinik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Judul laporan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Perioda laporan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Tabel dengan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Tanggal, nama pasien, layanan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Jumlah item dan harga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Subtotal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keseluruhan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Tanda tangan (opsional)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diedit sebelum export.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admin-contoh-laporan.png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Manajemen Dokter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200" dirty="0"/>
          </a:p>
        </p:txBody>
      </p:sp>
      <p:pic>
        <p:nvPicPr>
          <p:cNvPr id="5" name="Image 0" descr="D:\kerja\next2\ss\admin-dok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Manajemen Dokter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CRUD data dokter.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data dokter: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Pribadi: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lengkap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No. SIP (Surat Izin Praktik)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No. HP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Spesialisasi: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Pilih spesialisasi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Jadwal: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Atur jam praktik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Hari kerja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Tambah dokter baru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 data dokter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Toggle aktif/nonaktif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Atur jadwal praktik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admin-dokter.png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Manajemen Spesialisasi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200" dirty="0"/>
          </a:p>
        </p:txBody>
      </p:sp>
      <p:pic>
        <p:nvPicPr>
          <p:cNvPr id="5" name="Image 0" descr="D:\kerja\next2\ss\admin-spesialisa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Manajemen Spesialisasi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mengelola spesialisasi dokter.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spesialisasi: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Kode spesialisasi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spesialisasi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Deskripsi (opsional)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 yang tersedia: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Tambah spesialisasi baru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 nama spesialisasi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Hapus spesialisasi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 penting: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Spesialisasi harus dilepas dari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dokter terlebih dahulu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bisa dihapus.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Contoh: Umum, Anak, Kandungan, dll.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admin-spesialisasi.png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Manajemen Layanan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200" dirty="0"/>
          </a:p>
        </p:txBody>
      </p:sp>
      <p:pic>
        <p:nvPicPr>
          <p:cNvPr id="5" name="Image 0" descr="D:\kerja\next2\ss\admin-layan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Manajemen Layanan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CRUD layanan klinik.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layanan: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Layanan: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Kode layanan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layanan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Harga (Rp)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Dokter penanggung jawab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Aktif / Nonaktif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 yang tersedia: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Tambah layanan baru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 data layanan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Hapus layanan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Toggle aktif/nonaktif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Layanan muncul saat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karyawan mendaftarkan pasien.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admin-layanan.png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Manajemen Produk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1200" dirty="0"/>
          </a:p>
        </p:txBody>
      </p:sp>
      <p:pic>
        <p:nvPicPr>
          <p:cNvPr id="5" name="Image 0" descr="D:\kerja\next2\ss\admin-produ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Manajemen Produk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CRUD produk farmasi.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produk: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Produk: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Kode produk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produk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Harga jual (Rp)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Stok saat ini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Stok minimum (alert)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supplier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No. supplier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Tambah produk baru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 data produk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Update stok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Hapus produk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muncul jika stok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bawah stok minimum.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admin-produk.png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Akhir Panduan ~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- Admin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halaman tutorial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Panduan Pengguna - Admin</dc:title>
  <dc:subject>PptxGenJS Presentation</dc:subject>
  <dc:creator>SIMKlinik</dc:creator>
  <cp:lastModifiedBy>SIMKlinik</cp:lastModifiedBy>
  <cp:revision>1</cp:revision>
  <dcterms:created xsi:type="dcterms:W3CDTF">2026-07-19T01:55:19Z</dcterms:created>
  <dcterms:modified xsi:type="dcterms:W3CDTF">2026-07-19T01:55:19Z</dcterms:modified>
</cp:coreProperties>
</file>