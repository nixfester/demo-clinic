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264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62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3566160" cy="1920240"/>
          </a:xfrm>
          <a:prstGeom prst="rect">
            <a:avLst/>
          </a:prstGeom>
          <a:solidFill>
            <a:srgbClr val="4C1D9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3840480"/>
            <a:ext cx="3291840" cy="3291840"/>
          </a:xfrm>
          <a:prstGeom prst="ellipse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4754880"/>
            <a:ext cx="2560320" cy="2560320"/>
          </a:xfrm>
          <a:prstGeom prst="ellipse">
            <a:avLst/>
          </a:prstGeom>
          <a:solidFill>
            <a:srgbClr val="4C1D95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2926080" cy="438912"/>
          </a:xfrm>
          <a:prstGeom prst="rect">
            <a:avLst/>
          </a:prstGeom>
          <a:solidFill>
            <a:srgbClr val="FFFFFF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Elrhea Clinic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— Admin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Elrhea Clinic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29260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Halaman Login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Dashboard Admin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Menu Laporan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Contoh Laporan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Manajemen Dokter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Manajemen Spesialisasi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Manajemen Layanan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Manajemen Produk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•  2026  •  Panduan Pengguna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Login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8" name="Image 0" descr="D:\kerja\next2\ss\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Halaman Login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52019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Navigasi &amp; Akses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adalah halaman login sistem SIMKlinik.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Masuk ke Sistem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Masukkan email atau username Anda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Masukkan password Anda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tombol "Masuk"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880360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Role sesuai akun Anda: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Superadmin — Akses penuh ke semua fitur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 — Akses halaman dokter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4962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Kasir — Akses halaman kasir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23367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15137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 — Akses halaman karyawan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453128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Hubungi admin jika lupa password.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login.png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 Admin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52019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8" name="Image 0" descr="D:\kerja\next2\ss\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 Admin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30403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utama setelah admin login.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 Lengkap: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semua pasien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Pendapatan bulan ini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Antrian aktif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Pasien belum bayar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264408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18211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dokter aktif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348386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punya akses penuh ke: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4962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dokter, layanan, produk, pengguna, dan semua laporan.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admin-dashboard.png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Menu Laporan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304038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8" name="Image 0" descr="D:\kerja\next2\ss\admin-lapor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Menu Laporan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456057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utama untuk semua laporan klinik.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Laporan yang Tersedia: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HARIAN — Aktivitas per hari tertentu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BULANAN — Rekap seluruh bulan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DOKTER — Statistik masing-masing dokter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88036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— Laporan penjualan produk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264408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18211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LAYANAN — Laporan penjualan layanan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56616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48386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Pilih tanggal, export PDF / Excel.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admin-laporan.png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Contoh Laporan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456057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8" name="Image 0" descr="D:\kerja\next2\ss\admin-contoh-lapor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Contoh Laporan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60807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tampilan laporan sebelum didownload.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Laporan: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Header: Logo klinik, nama &amp; alamat, judul &amp; perioda laporan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Isi: Tabel data — tanggal, nama pasien, layanan, jumlah &amp; harga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Footer: Subtotal, total keseluruhan, tanda tangan (opsional)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880360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diedit sebelum export.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admin-contoh-laporan.png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Manajemen Dokter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608076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8" name="Image 0" descr="D:\kerja\next2\ss\admin-dok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Manajemen Dokter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760095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CRUD data dokter.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Data Dokter: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lengkap, No. SIP, No. HP, Email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Spesialisasi: Pilih dari daftar spesialisasi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Jadwal: Atur jam praktik &amp; hari kerja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880360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 dokter baru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data dokter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4962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aktif / nonaktif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admin-dokter.png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Manajemen Spesialisasi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760095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8" name="Image 0" descr="D:\kerja\next2\ss\admin-spesialis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Manajemen Spesialisasi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91211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untuk mengelola spesialisasi dokter.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Spesialisasi: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spesialisasi — Nama spesialisasi — Deskripsi (opsional)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13432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2276856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 yang Tersedia: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64261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 spesialisasi baru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02666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94436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nama spesialisasi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Hapus spesialisasi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54787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Spesialisasi harus dilepas dari semua dokter terlebih dahulu sebelum dihapus.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admin-spesialisasi.png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Manajemen Layanan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912114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8" name="Image 0" descr="D:\kerja\next2\ss\admin-layan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Manajemen Layanan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064133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CRUD layanan klinik.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Layanan: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layanan, nama layanan, harga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Dokter penanggung jawab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Aktif / Nonaktif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880360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 / Edit / Hapus layanan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30168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47872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aktif / nonaktif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49624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Layanan muncul saat karyawan mendaftarkan pasien.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admin-layanan.png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Manajemen Produk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0641330" cy="3657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8" name="Image 0" descr="D:\kerja\next2\ss\admin-produ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11612880" cy="5586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12648"/>
            <a:ext cx="121615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Manajemen Produk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0" y="1645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501384"/>
            <a:ext cx="121615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85039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50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0759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CRUD produk farmasi.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1609344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Produk: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975104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produk, nama produk, harga jual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276856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saat ini &amp; stok minimum (alert)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78608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Supplier: Nama &amp; no. supplier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64008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880360"/>
            <a:ext cx="1110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Aksi: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46120"/>
            <a:ext cx="11045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 / Edit / Update stok / Hapus produk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547872"/>
            <a:ext cx="11247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muncul jika stok di bawah stok minimum.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29107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admin-produk.png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— Admin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4C1D95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4389120"/>
            <a:ext cx="3840480" cy="3840480"/>
          </a:xfrm>
          <a:prstGeom prst="ellipse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Terima Kasih ~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— Admin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60320" y="3794760"/>
            <a:ext cx="70408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39593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0" y="395935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Elrhea Clinic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560320" y="4507992"/>
            <a:ext cx="70408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 •  2026  •  Panduan Pengguna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</Words>
  <Application>Microsoft Office PowerPoint</Application>
  <PresentationFormat>Widescreen</PresentationFormat>
  <Paragraphs>183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 — Admin</dc:title>
  <dc:subject>Panduan Pengguna</dc:subject>
  <dc:creator>SIMKlinik</dc:creator>
  <cp:lastModifiedBy>abi candra arta meviangga</cp:lastModifiedBy>
  <cp:revision>2</cp:revision>
  <dcterms:created xsi:type="dcterms:W3CDTF">2026-07-19T08:10:32Z</dcterms:created>
  <dcterms:modified xsi:type="dcterms:W3CDTF">2026-07-19T08:11:35Z</dcterms:modified>
</cp:coreProperties>
</file>