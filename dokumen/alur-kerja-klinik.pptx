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2194560"/>
          </a:xfrm>
          <a:prstGeom prst="rect">
            <a:avLst/>
          </a:prstGeom>
          <a:solidFill>
            <a:srgbClr val="134E4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114800"/>
            <a:ext cx="3200400" cy="320040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34E4A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2926080" cy="457200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Elrhea Clinic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Klinik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panduan operasional SIMKlinik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9260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9476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Admin - Setup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Karyawan - Pendaftaran &amp; Antrian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Dokter - Pemeriksaan RME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Karyawan - Siapkan Obat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79476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Kasir - Pembayaran &amp; Struk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Karyawan - Follow-up WA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Admin - Laporan PDF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Phase  |  23 Langkah  |  Elrhea Clinic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1 - Admin Setup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65676" y="3749040"/>
            <a:ext cx="3657600" cy="4572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Admin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-1059909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aplikasi SIMKlinik di browser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dengan akun Superadmin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Dashboard Admin terbuka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memiliki akses penuh ke semua fitur manajemen sistem.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Pengguna - Tambah User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464808"/>
            <a:ext cx="-529954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25" dirty="0"/>
          </a:p>
        </p:txBody>
      </p:sp>
      <p:sp>
        <p:nvSpPr>
          <p:cNvPr id="11" name="Shape 9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Manajemen Pengguna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tombol "Tambah User"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Isi: Nama, Email, Password, Role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tersedia: Admin, Dokter, Kasir, Karyawan.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User Baru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role yang sesuai untuk setiap user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data user baru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Ulangi untuk setiap role yang dibutuhkan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role otomatis mendapat menu navigasi sesuai aksesnya.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2 - Karyawan mendaftarkan Pasien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65676" y="3749040"/>
            <a:ext cx="3657600" cy="4572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Karyawan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dengan akun Karyawan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ke Dashboard Karyawan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statistik pasien &amp; antrian hari ini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mengelola pendaftaran dan antrian pasien.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 Pasien Baru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529954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Pendaftaran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data pasien: Nama, Tgl Lahir, JK, Alamat, No. HP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"Daftarkan" untuk menyimpan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terdaftar, pasien mendapat nomor antrian otomatis.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Layanan &amp; Dokter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1059909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jenis layanan (Pemeriksaan Umum, dll)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dokter penanggung jawab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jadwal/jam praktik yang tersedia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menentukan biaya yang akan dibebankan.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Pasien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1589863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masuk ke daftar antrian secara otomatis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bisa panggil, update status, atau batalkan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auto-refresh setiap 30 detik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menunggu dipanggil oleh dokter yang dipilih.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3 - Dokter Memeriksa Pasien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65676" y="3749040"/>
            <a:ext cx="3657600" cy="4572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Dokter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1589863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dengan akun Dokter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Antrian Saya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daftar pasien yang menunggu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 hanya melihat pasien yang jadwalnya sesuai.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Panggil Pasien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211981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tombol "Panggil" pada pasien di antrian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pasien berubah menjadi "Dipanggil"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diarahkan ke ruang pemeriksaan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Panggilan bisa dilakukan berulang jika pasien belum datang.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RME - Formulir SOAP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2649772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"Isi RME" pada pasien yang dipanggil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(Subjective): Keluhan utama &amp; riwayat pasien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(Objective): Tekanan darah, suhu, berat, tinggi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9304" y="24140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472184" y="2322576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(Assessment): Diagnosis dokter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89304" y="275234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472184" y="2660904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(Plan): Rencana treatment selanjutnya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wajib diisi lengkap untuk dokumentasi medis.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Layanan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3179727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jenis layanan dari dropdown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dokter penanggung jawab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"Tambah" - harga layanan muncul otomatis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9304" y="24140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472184" y="2322576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 bisa tambahkan multiple layanan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layanan akan masuk ke invoice pasien.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Resep Obat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3709681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obat berdasarkan nama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stok &amp; peringatan stok rendah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jumlah &amp; aturan pakai (misal: 3x1 sehari)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9304" y="24140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472184" y="2322576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"Simpan Resep"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Resep akan disiapkan oleh karyawan sebelum pasien bayar.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4 - Karyawan Menyiapkan Obat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65676" y="3749040"/>
            <a:ext cx="3657600" cy="4572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Siapkan Obat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5829499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Antrian &gt; Siapkan Obat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daftar resep dari dokter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Ambil obat dari rak sesuai resep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9304" y="241401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472184" y="2322576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jumlah &amp; kadaluarsa sebelum konfirmasi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Pastikan obat benar &amp; lengkap sebelum klik "Selesai".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Konfirmasi Obat Siap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6359453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setiap item obat sesuai checklist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"Selesai" jika semua sudah disiapkan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mendapat notifikasi untuk ke kasir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sekarang siap melakukan pembayaran di kasir.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5 - Kasir Memproses Pembayaran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65676" y="3749040"/>
            <a:ext cx="3657600" cy="4572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Kasir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5829499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dengan akun Kasir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Invoice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daftar invoice yang belum lunas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 bertugas memproses semua pembayaran pasien.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Invoice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6359453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invoice pasien dari daftar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rincian: layanan, produk/obat, subtotal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Pastikan semua item sudah benar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otomatis terbuat setelah dokter menyelesaikan RME.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Pembayaran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6889408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metode bayar: Tunai / Transfer / QRIS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jumlah yang diterima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auto-hitung kembalian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9304" y="24140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472184" y="2322576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"Bayar" - invoice berubah Lunas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berubah status menjadi "Lunas" setelah Bayar.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Cetak Struk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741936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"Cetak Struk" setelah pembayaran berhasil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 thermal printer otomatis tercetak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printer offline: simpan sebagai PDF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 menjadi bukti pembayaran untuk pasien.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6 - Karyawan Follow-up via WhatsApp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65676" y="3749040"/>
            <a:ext cx="3657600" cy="4572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Notifikasi WhatsApp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9009225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Antrian atau Riwayat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pasien yang sudah selesai bayar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"Kirim WhatsApp"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otomatis berisi info pengambilan obat &amp; jadwal kontrol.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WhatsApp Otomatis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95391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Pesan: nama pasien, nama obat, aturan pakai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Tautan jadwal kontrol (jika ada)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Nomor WA klinik untuk konfirmasi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WA meningkatkan kepuasan &amp; compliance pasien.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7 - Admin Membuat Laporan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65676" y="3749040"/>
            <a:ext cx="3657600" cy="4572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Laporan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11129043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Laporan dari sidebar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jenis: Harian / Bulanan / Per Dokter / Produk / Layanan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 filter tanggal sesuai kebutuhan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bisa melihat semua data aktivitas klinik.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&amp; Preview Laporan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11658998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periode tanggal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jenis laporan yang diinginkan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laporan akan tampil di layar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berguna untuk cek data sebelum download.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1672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64808"/>
            <a:ext cx="12188952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03327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5" dirty="0"/>
          </a:p>
        </p:txBody>
      </p:sp>
      <p:sp>
        <p:nvSpPr>
          <p:cNvPr id="12" name="Shape 10"/>
          <p:cNvSpPr/>
          <p:nvPr/>
        </p:nvSpPr>
        <p:spPr>
          <a:xfrm>
            <a:off x="1005840" y="1033272"/>
            <a:ext cx="10908792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124712"/>
            <a:ext cx="64008" cy="5074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9304" y="139903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1307592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tombol "Download PDF"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9304" y="1737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72184" y="1645920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tersimpan dalam format PDF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9304" y="20756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2184" y="1984248"/>
            <a:ext cx="10213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langsung di-print atau kirim via email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5724144"/>
            <a:ext cx="10451592" cy="4572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72414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mencakup header klinik, data tabel, subtotal &amp; total.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83112" y="1078992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311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59282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34E4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Klinik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F6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Selesai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0" y="4114800"/>
            <a:ext cx="3959352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Langkah  |  7 Phase  |  Elrhea Clinic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6592824"/>
            <a:ext cx="11640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|  Alur Kerja Klinik  |  Elrhea Clinic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Alur Kerja Klinik - SIMKlinik</dc:title>
  <dc:subject>PptxGenJS Presentation</dc:subject>
  <dc:creator>SIMKlinik</dc:creator>
  <cp:lastModifiedBy>SIMKlinik</cp:lastModifiedBy>
  <cp:revision>1</cp:revision>
  <dcterms:created xsi:type="dcterms:W3CDTF">2026-07-19T08:29:34Z</dcterms:created>
  <dcterms:modified xsi:type="dcterms:W3CDTF">2026-07-19T08:29:34Z</dcterms:modified>
</cp:coreProperties>
</file>