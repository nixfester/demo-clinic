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96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Panduan Pengguna - Dokter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SIMKlinik Elrhea Clinic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40233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Daftar Isi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200400" y="4480560"/>
            <a:ext cx="2926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Halaman Login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Dashboard Dokter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Antrian Saya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RME - Riwayat Pasien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217920" y="4480560"/>
            <a:ext cx="2926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RME - Formulir SOAP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RME - Pilih Layanan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RME - Resep Obat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Halaman Login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0" y="137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7</a:t>
            </a:r>
            <a:endParaRPr lang="en-US" sz="1200" dirty="0"/>
          </a:p>
        </p:txBody>
      </p:sp>
      <p:pic>
        <p:nvPicPr>
          <p:cNvPr id="5" name="Image 0" descr="D:\kerja\next2\ss\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Halaman Login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69848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 adalah halaman login sistem SIMKlinik.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masuk ke sistem: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Masukkan email atau username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Masukkan password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Klik tombol "Masuk"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Pilih role sesuai dengan akun Anda: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Admin / Superadmin - Akses penuh ke semua fitur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Dokter - Akses halaman dokter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Kasir - Akses halaman kasir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Karyawan - Akses halaman karyawan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Hubungi admin jika lupa password.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login.png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Dashboard Dokter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0" y="137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7</a:t>
            </a:r>
            <a:endParaRPr lang="en-US" sz="1200" dirty="0"/>
          </a:p>
        </p:txBody>
      </p:sp>
      <p:pic>
        <p:nvPicPr>
          <p:cNvPr id="5" name="Image 0" descr="D:\kerja\next2\ss\dokter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Dashboard Dokter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69848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 adalah halaman utama setelah dokter berhasil login.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halaman ini dokter bisa melihat: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Statistik antrian hari ini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Jumlah pasien yang sudah dilayani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Jadwal praktik hari ini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Notifikasi pasien baru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 navigasi berada di sidebar kiri.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Klik nama di header untuk logout.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Fitur utama dokter: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Antrian Saya - Daftar pasien menunggu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Jadwal Saya - Lihat jadwal praktik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RME - Rekam Medis Elektronik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dokter-dashboard.png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Antrian Saya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0" y="137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7</a:t>
            </a:r>
            <a:endParaRPr lang="en-US" sz="1200" dirty="0"/>
          </a:p>
        </p:txBody>
      </p:sp>
      <p:pic>
        <p:nvPicPr>
          <p:cNvPr id="5" name="Image 0" descr="D:\kerja\next2\ss\dokter-antri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Antrian Saya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69848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Halaman ini menampilkan daftar pasien yang mengantri.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Kolom yang ditampilkan: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No. Antrian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Nama Pasien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Keluhan Awal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Status (Menunggu/Dipanggil/Selesai)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Aksi yang bisa dilakukan: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Klik "Isi RME" untuk membuat rekam medis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Klik "Panggil" untuk memanggil pasien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Halaman auto-refresh setiap 30 detik.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Pasien akan muncul otomatis setelah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mendaftar di loket karyawan.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dokter-antrian.png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RME - Riwayat Pasien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0" y="137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7</a:t>
            </a:r>
            <a:endParaRPr lang="en-US" sz="1200" dirty="0"/>
          </a:p>
        </p:txBody>
      </p:sp>
      <p:pic>
        <p:nvPicPr>
          <p:cNvPr id="5" name="Image 0" descr="D:\kerja\next2\ss\dokter-rme-sebelumny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RME - Riwayat Pasien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69848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Halaman untuk melihat rekam medis pasien sebelumnya.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Tampilan yang tersedia: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Daftar RME yang sudah dibuat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Tanggal dan jam kunjungan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Diagnosis dan tindakan yang dilakukan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Resep obat yang diberikan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Berguna untuk: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Melihat riwayat treatment pasien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Mengetahui obat yang pernah diresepkan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Memahami kondisi kesehatan pasien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Klik salah satu item untuk lihat detail.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dokter-rme-sebelumnya.png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RME - Formulir SOAP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0" y="137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7</a:t>
            </a:r>
            <a:endParaRPr lang="en-US" sz="1200" dirty="0"/>
          </a:p>
        </p:txBody>
      </p:sp>
      <p:pic>
        <p:nvPicPr>
          <p:cNvPr id="5" name="Image 0" descr="D:\kerja\next2\ss\dokter-rme-pengisian-soap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RME - Formulir SOAP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Formulir utama untuk mengisi Rekam Medis Elektronik.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SOAP adalah singkatan dari: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- Subjective (Subjektif):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Keluhan utama pasien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Riwayat penyakit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- Objective (Obyektif):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Tekanan darah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Suhu tubuh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Berat &amp; tinggi badan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- Assessment (Asesmen):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Diagnosis dokter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- Plan (Rencana):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Rencana treatment selanjutnya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dokter-rme-pengisian-soap-form.png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RME - Pilih Layanan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0" y="137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7</a:t>
            </a:r>
            <a:endParaRPr lang="en-US" sz="1200" dirty="0"/>
          </a:p>
        </p:txBody>
      </p:sp>
      <p:pic>
        <p:nvPicPr>
          <p:cNvPr id="5" name="Image 0" descr="D:\kerja\next2\ss\dokter-pengisian-form-layan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RME - Pilih Layanan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Halaman untuk memilih layanan atau tindakan medis.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Jenis layanan yang tersedia: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Pemeriksaan Umum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Tindakan Medis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Konsultasi Spesialis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Langkah-langkah: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Pilih jenis layanan dari dropdown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Pilih dokter yang menangani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Klik "Tambah" untuk menambah layanan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Harga layanan akan muncul otomatis.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biaya akan dihitung di halaman kasir.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Dokter bisa menambahkan multiple layanan.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dokter-pengisian-form-layanan.png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91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RME - Resep Obat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0" y="137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7</a:t>
            </a:r>
            <a:endParaRPr lang="en-US" sz="1200" dirty="0"/>
          </a:p>
        </p:txBody>
      </p:sp>
      <p:pic>
        <p:nvPicPr>
          <p:cNvPr id="5" name="Image 0" descr="D:\kerja\next2\ss\dokter-form-resep-ob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3152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RME - Resep Obat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Halaman untuk membuat resep obat pasien.
Fitur yang tersedia:
• Search obat berdasarkan nama
• Lihat stok obat yang tersedia
• Input jumlah obat yang diberikan
• Aturan pakai (misal: 3x1 sehari)
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217920" y="914400"/>
            <a:ext cx="5577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Fitur penting: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Warning jika stok hampir habis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Info kadaluarsa obat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Setelah resep selesai: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Resep bisa dicetak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Atau langsung kirim ke kasir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Pasien bayar di kasir lalu ambil obat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dokter-form-resep-obat.png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596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 Akhir Panduan ~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Panduan Pengguna - Dokter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halaman tutorial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Panduan Pengguna - Dokter</dc:title>
  <dc:subject>PptxGenJS Presentation</dc:subject>
  <dc:creator>SIMKlinik</dc:creator>
  <cp:lastModifiedBy>SIMKlinik</cp:lastModifiedBy>
  <cp:revision>1</cp:revision>
  <dcterms:created xsi:type="dcterms:W3CDTF">2026-07-19T01:55:19Z</dcterms:created>
  <dcterms:modified xsi:type="dcterms:W3CDTF">2026-07-19T01:55:19Z</dcterms:modified>
</cp:coreProperties>
</file>