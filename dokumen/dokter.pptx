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83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3566160" cy="1920240"/>
          </a:xfrm>
          <a:prstGeom prst="rect">
            <a:avLst/>
          </a:prstGeom>
          <a:solidFill>
            <a:srgbClr val="064E3B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840480"/>
            <a:ext cx="3291840" cy="329184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064E3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Elrhea Clinic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Dokter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926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Halaman Login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Dashboard Dokter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Antrian Saya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RME — Riwayat Pasien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RME — Formulir SOAP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RME — Pilih Layanan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RME — Resep Obat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7373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&amp; Akses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adalah halaman login sistem SIMKlinik.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Masuk ke Sistem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email atau username Anda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password Anda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"Masuk"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Role sesuai akun Anda: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Superadmin — Akses penuh ke semua fitur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— Akses halaman dokter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— Akses halaman kasir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5137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— Akses halaman karyawan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admin jika lupa password.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Dokter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73736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Dokter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4747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utama setelah dokter berhasil login.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halaman ini dokter bisa melihat: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91109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antrian hari ini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9514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1284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pasien yang sudah dilayani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9689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1460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praktik hari ini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9864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81635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pasien baru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118104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navigasi berada di sidebar kiri.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19856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nama di header untuk logout.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721608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 Dokter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08736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Saya — Daftar pasien menunggu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47141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389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Saya — Lihat jadwal praktik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773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690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RME — Rekam Medis Elektronik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dokter-dashboard.png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Antrian Saya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47472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antr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Antrian Saya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5212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Pasien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ini menampilkan daftar pasien yang mengantri.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yang Ditampilkan: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Antrian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Pasien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Keluhan Awal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(Menunggu / Dipanggil / Selesai)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182112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 yang Bisa Dilakukan: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"Isi RME" untuk membuat rekam medis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"Panggil" untuk memanggil pasien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auto-refresh setiap 30 detik.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akan muncul otomatis setelah mendaftar di loket karyawan.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dokter-antrian.png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RME — Riwayat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521208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rme-sebelumn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RME — Riwayat Pasien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9494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melihat rekam medis pasien sebelumnya.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yang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RME yang sudah dibuat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Tanggal dan jam kunjungan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dan tindakan yang dilakukan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Resep obat yang diberikan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182112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Berguna untuk: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Melihat riwayat treatment pasien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Mengetahui obat yang pernah diresepkan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5137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kondisi kesehatan pasien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salah satu item untuk lihat detail.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dokter-rme-sebelumnya.png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RME — Formulir SOAP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94944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rme-pengisian-soap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RME — Formulir SOAP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8686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utama untuk mengisi Rekam Medis Elektronik.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adalah singkatan dari: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Subjective (Subjektif): Keluhan utama &amp; riwayat penyakit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Objective (Obyektif): Tekanan darah, suhu, berat &amp; tinggi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Assessment (Asesmen): Diagnosis dokter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Plan (Rencana): Rencana treatment selanjutnya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18211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setiap bagian secara lengkap untuk dokumentasi medis yang baik.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dokter-rme-pengisian-soap-form.png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RME — Pilih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868680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pengisian-form-layan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RME — Pilih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424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memilih layanan atau tindakan medis.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Layanan yang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Umum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Tindakan Medis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Konsultasi Spesialis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Langkah-langkah: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jenis layanan dari dropdown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dokter yang menangani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"Tambah" untuk menambah layanan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layanan akan muncul otomatis.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bisa menambahkan multiple layanan.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dokter-pengisian-form-layanan.png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RME — Resep Obat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42416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D:\kerja\next2\ss\dokter-form-resep-o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RME — Resep Obat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membuat resep obat pasien.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yang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obat berdasarkan nama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stok obat yang tersedia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jumlah obat yang diberikan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pakai (misal: 3x1 sehari)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64008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182112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Peringatan penting: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jika stok hampir habis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kadaluarsa obat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resep selesai, kirim ke kasir agar pasien bisa bayar dan ambil obat.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dokter-form-resep-obat.png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Dokter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064E3B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389120"/>
            <a:ext cx="3840480" cy="384048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Terima Kasih ~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Dokter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3959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39593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Elrhea Clinic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560320" y="4507992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Widescreen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— Dokter</dc:title>
  <dc:subject>Panduan Pengguna</dc:subject>
  <dc:creator>SIMKlinik</dc:creator>
  <cp:lastModifiedBy>abi candra arta meviangga</cp:lastModifiedBy>
  <cp:revision>2</cp:revision>
  <dcterms:created xsi:type="dcterms:W3CDTF">2026-07-19T08:10:32Z</dcterms:created>
  <dcterms:modified xsi:type="dcterms:W3CDTF">2026-07-19T08:12:12Z</dcterms:modified>
</cp:coreProperties>
</file>