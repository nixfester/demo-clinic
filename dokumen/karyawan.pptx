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3566160" cy="1920240"/>
          </a:xfrm>
          <a:prstGeom prst="rect">
            <a:avLst/>
          </a:prstGeom>
          <a:solidFill>
            <a:srgbClr val="1E3A8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840480"/>
            <a:ext cx="3291840" cy="329184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1E3A8A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2926080" cy="438912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Elrhea Clinic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— Karyawan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9260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Halaman Login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Dashboard Karyawan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Antrian — Kosong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Antrian — Dengan Pasien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Antrian — Siapkan Obat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Pendaftaran Pasien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Pendaftaran — Pilih Layanan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Kasir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Katalog Produk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Katalog Layanan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Laporan Pembayaran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 Laporan — Format PDF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•  2026  •  Panduan Pengguna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134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 &amp; Akses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adalah halaman login sistem SIMKlinik.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Masuk ke Sistem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Masukkan email atau username Anda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Masukkan password Anda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"Masuk"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Role sesuai akun Anda: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Superadmin — Akses penuh ke semua fitur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— Akses halaman dokter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— Akses halaman kasir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5137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— Akses halaman karyawan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45312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admin jika lupa password.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Karyawan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1346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Karyawan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2026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utama setelah karyawan login.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 yang Ditampilkan: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pasien hari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antrian aktif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belum bayar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pendapatan hari ini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182112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shortcut di bagian bawah: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 — Daftarkan pasien baru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— Proses pembayaran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kiri untuk navigasi lengkap.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karyawan-dashboard.png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Antrian — Kosong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202692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antrian-tanpa-pas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Antrian — Kosong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30403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Antrian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saat belum ada pasien dalam antrian.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screen: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"Belum ada antrian"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"Refresh" untuk update manual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 aktif setiap 30 detik.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akan terisi setelah ada pendaftaran pasien baru.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karyawan-antrian-tanpa-pasien.png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Antrian — Dengan Pasien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304038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antrian-dengan-pas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Antrian — Dengan Pasien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40538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Antrian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antrian yang sudah ada pasiennya.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Tabel: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Antrian — Nama Pasien — Dokter Tujuan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Keluhan Awal — 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578608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 per Baris: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4436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 — Panggil pasien untuk diperiksa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— Lihat detail pasien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— Ubah status antrian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49624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Menunggu / Dipanggil / Selesai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karyawan-antrian-dengan-pasien.png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Antrian — Siapkan Obat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40538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antrian-siapkan-ob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Antrian — Siapkan Obat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50673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Antrian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preparing obat setelah dokter memeriksa.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Persiapan Obat: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Dokter sudah mengisi: Form SOAP &amp; Resep obat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Karyawan prepare obat: Cek resep, siapkan, checklist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Klik "Selesai": Pasien mendapat notifikasi &amp; siap ke kasir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obat sudah benar sebelum konfirmasi selesai.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karyawan-antrian-siapkan-obat.png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Pendaftaran Pasien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50673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pendaft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Pendaftaran Pasien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60807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untuk mendaftarkan pasien baru.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yang Harus Diisi: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Diri: Nama lengkap, tanggal lahir, jenis kelamin, alamat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No. HP / WhatsApp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Kunjungan: Keluhan awal / alasan datang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Submit: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masuk antrian, dapat nomor antrian, menunggu dipanggil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karyawan-pendaftaran.png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Pendaftaran — Pilih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608076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pendaftaran-form-layanan-dok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Pendaftaran — Pilih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70942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dari pendaftaran pasien.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yang Harus Dipilih: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Layanan: Pemeriksaan Umum / Tindakan Khusus / Konsultasi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Dokter: Dari daftar dokter aktif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Jadwal: Tanggal praktik &amp; jam yang tersedia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dipilih, sistem generate nomor antrian.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karyawan-pendaftaran-form-layanan-dokter.png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Kasir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709422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kas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Kasir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81076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Pembayaran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proses pembayaran.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invoice belum lunas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berdasarkan tanggal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layanan &amp; produk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pembayaran: Tunai / Transfer bank / QRIS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18211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bayar: Invoice status = Lunas, struk bisa dicetak.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karyawan-kasir.png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Katalog Produk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810768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katalog-prod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Katalog Produk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91211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melihat daftar produk farmasi.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Ditampilkan: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Produk — Nama Produk — Harga Jual — Stok —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Search: Cari berdasarkan nama atau kode.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Semua / Tersedia / Stok Rendah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Karyawan hanya bisa melihat, edit produk adalah hak admin.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karyawan-katalog-produk.png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Katalog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91211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lay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Katalog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13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melihat daftar layanan klinik.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Ditampilkan: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Layanan — Nama — Dokter Penanggung — Harga —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search untuk cari layanan.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Karyawan hanya bisa melihat (read-only). Tambah, edit, hapus adalah hak admin.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karyawan-layanan.png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Laporan Pembayaran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1346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laporan-pembay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Laporan Pembayaran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11480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melihat laporan pembayaran.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yang Tersedia: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Tanggal (harian atau range)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(Semua / Lunas / Belum)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578608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Ditampilkan: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4436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pendapatan, jumlah transaksi, rincian per invoice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Export: Download PDF atau Download Excel.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karyawan-laporan-pembayaran.png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Laporan — Format PDF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114806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D:\kerja\next2\ss\karyawan-laporan-p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Laporan — Format PDF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laporan dalam format PDF.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Laporan Tersedia: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Harian — Aktivitas satu hari tertentu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Bulanan — Rekap seluruh bulan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Per Dokter — Statistik masing-masing dokter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Produk — Penjualan produk farmasi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6440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18211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Layanan — Penjualan layanan klinik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48386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Aksi: Preview, Download PDF, Print, Kirim via WhatsApp.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karyawan-laporan-pdf.png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Karyawan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4389120"/>
            <a:ext cx="3840480" cy="384048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Terima Kasih ~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— Karyawan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3959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Halaman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35040" y="3959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Elrhea Clinic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560320" y="4507992"/>
            <a:ext cx="70408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•  2026  •  Panduan Pengguna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— Karyawan</dc:title>
  <dc:subject>Panduan Pengguna</dc:subject>
  <dc:creator>SIMKlinik</dc:creator>
  <cp:lastModifiedBy>SIMKlinik</cp:lastModifiedBy>
  <cp:revision>1</cp:revision>
  <dcterms:created xsi:type="dcterms:W3CDTF">2026-07-19T08:10:32Z</dcterms:created>
  <dcterms:modified xsi:type="dcterms:W3CDTF">2026-07-19T08:10:32Z</dcterms:modified>
</cp:coreProperties>
</file>