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14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4334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Panduan Pengguna - Karyawan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Elrhea Clinic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Isi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00400" y="4480560"/>
            <a:ext cx="2926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Halaman Login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Dashboard Karyawan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Antrian - Kosong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Antrian - Dengan Pasien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Antrian - Siapkan Obat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Pendaftaran Pasien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217920" y="4480560"/>
            <a:ext cx="2926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Pendaftaran - Pilih Layanan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Kasir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Katalog Produk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Katalog Layanan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Laporan Pembayaran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Laporan - Format PDF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Halaman Login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1200" dirty="0"/>
          </a:p>
        </p:txBody>
      </p:sp>
      <p:pic>
        <p:nvPicPr>
          <p:cNvPr id="5" name="Image 0" descr="D:\kerja\next2\ss\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Halaman Login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adalah halaman login sistem SIMKlinik.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masuk ke sistem: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Masukkan email atau username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Masukkan password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Klik tombol "Masuk"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role sesuai dengan akun Anda: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Admin / Superadmin - Akses penuh ke semua fitur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Dokter - Akses halaman dokter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Kasir - Akses halaman kasir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Karyawan - Akses halaman karyawan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admin jika lupa password.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login.png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Dashboard Karyawan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200" dirty="0"/>
          </a:p>
        </p:txBody>
      </p:sp>
      <p:pic>
        <p:nvPicPr>
          <p:cNvPr id="5" name="Image 0" descr="D:\kerja\next2\ss\karyawan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Dashboard Karyawan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utama setelah karyawan login.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Statistik yang ditampilkan: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pasien hari ini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Jumlah antrian aktif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Pasien belum bayar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pendapatan hari ini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shortcut di bagian bawah: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Pendaftaran - Daftarkan pasien baru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Kasir - Proses pembayaran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cepat ke fitur utama.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Sidebar kiri untuk navigasi lengkap.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karyawan-dashboard.png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Antrian - Kosong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200" dirty="0"/>
          </a:p>
        </p:txBody>
      </p:sp>
      <p:pic>
        <p:nvPicPr>
          <p:cNvPr id="5" name="Image 0" descr="D:\kerja\next2\ss\karyawan-antrian-tanpa-pas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Antrian - Kosong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Tampilan saat belum ada pasien dalam antrian.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screen: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Pesan "Belum ada antrian"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Tombol "Refresh" untuk update manual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Auto-refresh aktif setiap 30 detik.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Antrian akan terisi setelah ada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pendaftaran pasien baru.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Karyawan tidak perlu </a:t>
            </a:r>
            <a:r>
              <a:rPr lang="en-US" sz="140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manual.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karyawan-antrian-tanpa-pasien.png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Antrian - Dengan Pasien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200" dirty="0"/>
          </a:p>
        </p:txBody>
      </p:sp>
      <p:pic>
        <p:nvPicPr>
          <p:cNvPr id="5" name="Image 0" descr="D:\kerja\next2\ss\karyawan-antrian-dengan-pas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Antrian - Dengan Pasien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Tampilan antrian yang sudah ada pasiennya.
Kolom tabel:
• No. Antrian
• Nama Pasien
• Dokter Tujuan
• Keluhan Awal
• Status
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Aksi per baris: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Panggil - Panggil pasien untuk diperiksa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Detail - Lihat detail pasien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Update - Ubah status antrian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Menunggu - Pasien belum dipanggil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Dipanggil - Sedang diperiksa dokter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Selesai - Selesai pemeriksaan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karyawan-antrian-dengan-pasien.png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Antrian - Siapkan Obat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200" dirty="0"/>
          </a:p>
        </p:txBody>
      </p:sp>
      <p:pic>
        <p:nvPicPr>
          <p:cNvPr id="5" name="Image 0" descr="D:\kerja\next2\ss\karyawan-antrian-siapkan-ob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Antrian - Siapkan Obat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preparing obat setelah dokter memeriksa.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persiapan obat: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Dokter sudah mengisi: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Form SOAP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Resep obat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Karyawan prepare obat: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Cek resep dari dokter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Siapkan obat dari rak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Checklist item yang siap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Klik "Selesai":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Pasien mendapat notifikasi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Pasien siap ke kasir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Pastikan obat sudah benar sebelum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konfirmasi selesai.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karyawan-antrian-siapkan-obat.png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Pendaftaran Pasien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200" dirty="0"/>
          </a:p>
        </p:txBody>
      </p:sp>
      <p:pic>
        <p:nvPicPr>
          <p:cNvPr id="5" name="Image 0" descr="D:\kerja\next2\ss\karyawan-pendaftar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Pendaftaran Pasien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untuk mendaftarkan pasien baru.
Field yang harus diisi:
Data Diri:
• Nama lengkap
• Tanggal lahir
• Jenis kelamin
• Alamat lengkap
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No. HP / WhatsApp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Kunjungan: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Keluhan awal / alasan datang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 submit: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Pasien masuk antrian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Dapat nomor antrian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Pasien menunggu dipanggil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karyawan-pendaftaran.png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Pendaftaran - Pilih Layanan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200" dirty="0"/>
          </a:p>
        </p:txBody>
      </p:sp>
      <p:pic>
        <p:nvPicPr>
          <p:cNvPr id="5" name="Image 0" descr="D:\kerja\next2\ss\karyawan-pendaftaran-form-layanan-dok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Pendaftaran - Pilih Layanan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dari pendaftaran pasien.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Opsi yang harus dipilih: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Pilih Layanan: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Pemeriksaan Umum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Tindakan Khusus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Konsultasi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Pilih Dokter: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Pilih dari daftar dokter aktif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Pilih Jadwal: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Tanggal praktik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Jam yang tersedia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 dipilih: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 generate nomor antrian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Pasien siap dilayani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karyawan-pendaftaran-form-layanan-dokter.png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Kasir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200" dirty="0"/>
          </a:p>
        </p:txBody>
      </p:sp>
      <p:pic>
        <p:nvPicPr>
          <p:cNvPr id="5" name="Image 0" descr="D:\kerja\next2\ss\karyawan-kas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Kasir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proses pembayaran.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utama: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Daftar invoice belum lunas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Filter berdasarkan tanggal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Detail layanan &amp; produk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Metode pembayaran: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Transfer bank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QRIS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Pilih invoice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Input pembayaran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Konfirmasi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 bayar: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Invoice status = Lunas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Struk bisa dicetak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karyawan-kasir.png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Katalog Produk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200" dirty="0"/>
          </a:p>
        </p:txBody>
      </p:sp>
      <p:pic>
        <p:nvPicPr>
          <p:cNvPr id="5" name="Image 0" descr="D:\kerja\next2\ss\karyawan-katalog-produ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Katalog Produk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melihat daftar produk farmasi.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Kolom yang ditampilkan: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Kode Produk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Nama Produk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Harga Jual (Rp)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Stok Tersedia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search: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Cari berdasarkan nama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Cari berdasarkan kode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Semua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Tersedia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Stok Rendah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Karyawan hanya bisa melihat,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produk adalah hak admin.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karyawan-katalog-produk.png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Katalog Layanan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200" dirty="0"/>
          </a:p>
        </p:txBody>
      </p:sp>
      <p:pic>
        <p:nvPicPr>
          <p:cNvPr id="5" name="Image 0" descr="D:\kerja\next2\ss\karyawan-layan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Katalog Layanan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melihat daftar layanan klinik.
Kolom yang ditampilkan:
• Kode Layanan
• Nama Layanan
• Dokter Penanggung
• Harga (Rp)
• Status
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search untuk cari layanan.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 penting: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Karyawan hanya bisa melihat (read-only).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Tambah, edit, hapus layanan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adalah hak admin.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Layanan dibutuhkan saat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pendaftaran pasien baru.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karyawan-layanan.png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Laporan Pembayaran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200" dirty="0"/>
          </a:p>
        </p:txBody>
      </p:sp>
      <p:pic>
        <p:nvPicPr>
          <p:cNvPr id="5" name="Image 0" descr="D:\kerja\next2\ss\karyawan-laporan-pembayar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Laporan Pembayaran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melihat laporan pembayaran.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yang tersedia: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Tanggal (harian atau range)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 (Semua / Lunas / Belum)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yang ditampilkan: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pendapatan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Jumlah transaksi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Rincian per invoice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export: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Download PDF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Download Excel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Berguna untuk: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Rekap harian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Monitoring piutang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Laporan ke manajemen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karyawan-laporan-pembayaran.png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Laporan - Format PDF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1200" dirty="0"/>
          </a:p>
        </p:txBody>
      </p:sp>
      <p:pic>
        <p:nvPicPr>
          <p:cNvPr id="5" name="Image 0" descr="D:\kerja\next2\ss\karyawan-laporan-p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Laporan - Format PDF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laporan dalam format PDF.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laporan tersedia: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Laporan Harian: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Aktivitas satu hari tertentu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Laporan Bulanan: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Rekap seluruh bulan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Laporan Per Dokter: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Statistik masing-masing dokter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Laporan Produk: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Penjualan produk farmasi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Laporan Layanan: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Penjualan layanan klinik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Aksi: Preview, Download PDF, Print,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Kirim via WhatsApp.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karyawan-laporan-pdf.png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Akhir Panduan ~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Panduan Pengguna - Karyawan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halaman tutorial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1083</Words>
  <Application>Microsoft Office PowerPoint</Application>
  <PresentationFormat>Widescreen</PresentationFormat>
  <Paragraphs>281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Panduan Pengguna - Karyawan</dc:title>
  <dc:subject>PptxGenJS Presentation</dc:subject>
  <dc:creator>SIMKlinik</dc:creator>
  <cp:lastModifiedBy>abi candra arta meviangga</cp:lastModifiedBy>
  <cp:revision>2</cp:revision>
  <dcterms:created xsi:type="dcterms:W3CDTF">2026-07-19T01:55:19Z</dcterms:created>
  <dcterms:modified xsi:type="dcterms:W3CDTF">2026-07-19T01:57:35Z</dcterms:modified>
</cp:coreProperties>
</file>