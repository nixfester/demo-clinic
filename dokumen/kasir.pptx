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Kasir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4805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Daftar Invoice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Detail Invoice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44805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Struk Pembayaran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Cetak Struk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200" dirty="0"/>
          </a:p>
        </p:txBody>
      </p:sp>
      <p:pic>
        <p:nvPicPr>
          <p:cNvPr id="5" name="Image 0" descr="D:\kerja\next2\s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adalah halaman login sistem SIMKlinik.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masuk ke sistem: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Masukkan email atau username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Masukkan password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Klik tombol "Masuk"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role sesuai dengan akun Anda: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/ Superadmin - Akses penuh ke semua fitur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Dokter - Akses halaman dokter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Kasir - Akses halaman kasir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Karyawan - Akses halaman karyawan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admin jika lupa password.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Daftar Invoice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pic>
        <p:nvPicPr>
          <p:cNvPr id="5" name="Image 0" descr="D:\kerja\next2\ss\kasir-list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Daftar Invoice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melihat semua invoice pembayaran.
Kolom yang ditampilkan:
• No. Invoice
• Nama Pasien
• Tanggal
• Total Tagihan
• Status (Lunas / Belum Lunas)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yang tersedia: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Semua Invoice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Belum Lunas Saja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Lunas Saja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baris untuk lihat detail invoice.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baru muncul setelah dokter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menyelesaikan pemeriksaan.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kasir-list-invoice.png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Detail Invoice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pic>
        <p:nvPicPr>
          <p:cNvPr id="5" name="Image 0" descr="D:\kerja\next2\ss\kasir-invoice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Detail Invoice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melihat rincian invoice pasien.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detail invoice: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Pasien: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Nama lengkap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No. Rekam Medis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Layanan: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Nama layanan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Nama dokter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Harga per layanan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Produk/Obat: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Nama produk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Jumlah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Harga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Diskon (jika ada)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yang harus dibayar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kasir-invoice-detail.png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Struk Pembayaran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pic>
        <p:nvPicPr>
          <p:cNvPr id="5" name="Image 0" descr="D:\kerja\next2\ss\kasir-struk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Struk Pembayaran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struk pembayaran sebelum dicetak.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struk thermal printer: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Logo klinik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Nama klinik lengkap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Alamat &amp; no. telepon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Struk: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No. Invoice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Tanggal &amp; waktu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Daftar item (layanan &amp; produk)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Subtotal per kategori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akhir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Metode pembayaran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Pesan terima kasih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(opsional)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kasir-struk-invoice.png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Cetak Struk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pic>
        <p:nvPicPr>
          <p:cNvPr id="5" name="Image 0" descr="D:\kerja\next2\ss\kasir-print-pembay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Cetak Struk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memproses pembayaran dan cetak struk.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Langkah-langkah pembayaran: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Pilih Metode Bayar: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Tunai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Transfer Bank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QRIS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Input Jumlah Bayar: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5577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Masukkan nominal yang diterima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Sistem auto-hitung kembalian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Klik "Bayar":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Invoice berubah jadi Lunas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Struk akan cetak otomatis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Jika printer offline: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Bisa save sebagai PDF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kasir-print-pembayaran.png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Akhir Panduan ~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Kasir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halaman tutorial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- Kasir</dc:title>
  <dc:subject>PptxGenJS Presentation</dc:subject>
  <dc:creator>SIMKlinik</dc:creator>
  <cp:lastModifiedBy>SIMKlinik</cp:lastModifiedBy>
  <cp:revision>1</cp:revision>
  <dcterms:created xsi:type="dcterms:W3CDTF">2026-07-19T01:55:19Z</dcterms:created>
  <dcterms:modified xsi:type="dcterms:W3CDTF">2026-07-19T01:55:19Z</dcterms:modified>
</cp:coreProperties>
</file>