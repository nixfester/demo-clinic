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0"/>
            <a:ext cx="3566160" cy="1920240"/>
          </a:xfrm>
          <a:prstGeom prst="rect">
            <a:avLst/>
          </a:prstGeom>
          <a:solidFill>
            <a:srgbClr val="92400E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875520" y="3840480"/>
            <a:ext cx="3291840" cy="3291840"/>
          </a:xfrm>
          <a:prstGeom prst="ellipse">
            <a:avLst/>
          </a:prstGeom>
          <a:solidFill>
            <a:srgbClr val="F59E0B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-914400" y="4754880"/>
            <a:ext cx="2560320" cy="2560320"/>
          </a:xfrm>
          <a:prstGeom prst="ellipse">
            <a:avLst/>
          </a:prstGeom>
          <a:solidFill>
            <a:srgbClr val="92400E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777240"/>
            <a:ext cx="2926080" cy="438912"/>
          </a:xfrm>
          <a:prstGeom prst="rect">
            <a:avLst/>
          </a:prstGeom>
          <a:solidFill>
            <a:srgbClr val="FFFFFF">
              <a:alpha val="82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777240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 Elrhea Clinic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Panduan Pengguna — Kasir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Elrhea Clinic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7200" y="3520440"/>
            <a:ext cx="292608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6576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Daftar Isi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023360"/>
            <a:ext cx="4206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Halaman Login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Daftar Invoice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Detail Invoice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54880" y="4023360"/>
            <a:ext cx="4206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Struk Pembayaran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Proses Pembayaran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92400E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 •  2026  •  Panduan Pengguna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12648"/>
            <a:ext cx="1216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Halaman Login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155680" y="16459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501384"/>
            <a:ext cx="12161520" cy="36576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6501384"/>
            <a:ext cx="0" cy="36576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8" name="Image 0" descr="D:\kerja\next2\ss\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86968"/>
            <a:ext cx="11612880" cy="558698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Text 7"/>
          <p:cNvSpPr/>
          <p:nvPr/>
        </p:nvSpPr>
        <p:spPr>
          <a:xfrm>
            <a:off x="274320" y="66019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— Kasir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6019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12648"/>
            <a:ext cx="1216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Halaman Login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155680" y="16459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501384"/>
            <a:ext cx="12161520" cy="36576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6501384"/>
            <a:ext cx="2432304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850392"/>
            <a:ext cx="2194560" cy="329184"/>
          </a:xfrm>
          <a:prstGeom prst="roundRect">
            <a:avLst>
              <a:gd name="adj" fmla="val 13889"/>
            </a:avLst>
          </a:prstGeom>
          <a:solidFill>
            <a:srgbClr val="FEF3C7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8503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Navigasi &amp; Akses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307592"/>
            <a:ext cx="11247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 adalah halaman login sistem SIMKlinik.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45920"/>
            <a:ext cx="64008" cy="182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603504" y="1609344"/>
            <a:ext cx="11100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Langkah Masuk ke Sistem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2057400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1975104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Masukkan email atau username Anda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359152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2276856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Masukkan password Anda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660904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578608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Klik tombol "Masuk"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916936"/>
            <a:ext cx="64008" cy="182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603504" y="2880360"/>
            <a:ext cx="11100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 Role sesuai akun Anda: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3328416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3246120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/ Superadmin — Akses penuh ke semua fitur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3630168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47872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Dokter — Akses halaman dokter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3931920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3849624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Kasir — Akses halaman kasir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4233672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4151376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Karyawan — Akses halaman karyawan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4453128"/>
            <a:ext cx="11247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Hubungi admin jika lupa password.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5760" y="6291072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login.png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2" name="Text 30"/>
          <p:cNvSpPr/>
          <p:nvPr/>
        </p:nvSpPr>
        <p:spPr>
          <a:xfrm>
            <a:off x="274320" y="66019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— Kasir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155680" y="66019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12648"/>
            <a:ext cx="1216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Daftar Invoice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155680" y="16459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501384"/>
            <a:ext cx="12161520" cy="36576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6501384"/>
            <a:ext cx="2432304" cy="36576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8" name="Image 0" descr="D:\kerja\next2\ss\kasir-list-in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86968"/>
            <a:ext cx="11612880" cy="558698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Text 7"/>
          <p:cNvSpPr/>
          <p:nvPr/>
        </p:nvSpPr>
        <p:spPr>
          <a:xfrm>
            <a:off x="274320" y="66019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— Kasir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6019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12648"/>
            <a:ext cx="1216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Daftar Invoice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155680" y="16459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501384"/>
            <a:ext cx="12161520" cy="36576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6501384"/>
            <a:ext cx="4864608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850392"/>
            <a:ext cx="2194560" cy="329184"/>
          </a:xfrm>
          <a:prstGeom prst="roundRect">
            <a:avLst>
              <a:gd name="adj" fmla="val 13889"/>
            </a:avLst>
          </a:prstGeom>
          <a:solidFill>
            <a:srgbClr val="FEF3C7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8503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Pembayaran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307592"/>
            <a:ext cx="11247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untuk melihat semua invoice pembayaran.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45920"/>
            <a:ext cx="64008" cy="182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603504" y="1609344"/>
            <a:ext cx="11100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Kolom yang Ditampilkan: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2057400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1975104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No. Invoice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359152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2276856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Nama Pasien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660904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578608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Tanggal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2962656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880360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Tagihan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264408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3182112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(Lunas / Belum Lunas)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520440"/>
            <a:ext cx="64008" cy="182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" y="3483864"/>
            <a:ext cx="11100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yang Tersedia: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3931920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3849624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Invoice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4233672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4151376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Belum Lunas Saja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4535424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" y="4453128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Lunas Saja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4754880"/>
            <a:ext cx="11247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Klik baris untuk lihat detail invoice.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65760" y="6291072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kasir-list-invoice.png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66019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— Kasir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155680" y="66019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12648"/>
            <a:ext cx="1216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Detail Invoice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155680" y="16459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501384"/>
            <a:ext cx="12161520" cy="36576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6501384"/>
            <a:ext cx="4864608" cy="36576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8" name="Image 0" descr="D:\kerja\next2\ss\kasir-invoice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86968"/>
            <a:ext cx="11612880" cy="558698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Text 7"/>
          <p:cNvSpPr/>
          <p:nvPr/>
        </p:nvSpPr>
        <p:spPr>
          <a:xfrm>
            <a:off x="274320" y="66019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— Kasir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6019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12648"/>
            <a:ext cx="1216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Detail Invoice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155680" y="16459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501384"/>
            <a:ext cx="12161520" cy="36576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6501384"/>
            <a:ext cx="7296912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850392"/>
            <a:ext cx="2194560" cy="329184"/>
          </a:xfrm>
          <a:prstGeom prst="roundRect">
            <a:avLst>
              <a:gd name="adj" fmla="val 13889"/>
            </a:avLst>
          </a:prstGeom>
          <a:solidFill>
            <a:srgbClr val="FEF3C7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8503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Pembayaran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307592"/>
            <a:ext cx="11247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untuk melihat rincian invoice pasien.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45920"/>
            <a:ext cx="64008" cy="182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603504" y="1609344"/>
            <a:ext cx="11100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Pasien: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2057400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1975104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Nama lengkap &amp; No. Rekam Medis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313432"/>
            <a:ext cx="64008" cy="182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" y="2276856"/>
            <a:ext cx="11100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Daftar Layanan: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2724912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642616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Nama layanan &amp; dokter penanggung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026664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944368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Harga per layanan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3282696"/>
            <a:ext cx="64008" cy="182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603504" y="3246120"/>
            <a:ext cx="11100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Daftar Produk / Obat: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02920" y="3694176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611880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Nama produk, jumlah, dan harga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950208"/>
            <a:ext cx="64008" cy="182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603504" y="3913632"/>
            <a:ext cx="11100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Ringkasan: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361688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" y="4279392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Subtotal — Diskon (jika ada) — Total yang harus dibayar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65760" y="6291072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kasir-invoice-detail.png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" y="66019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— Kasir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155680" y="66019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12648"/>
            <a:ext cx="1216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Struk Pembayaran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155680" y="16459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501384"/>
            <a:ext cx="12161520" cy="36576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6501384"/>
            <a:ext cx="7296912" cy="36576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8" name="Image 0" descr="D:\kerja\next2\ss\kasir-struk-in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86968"/>
            <a:ext cx="11612880" cy="558698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Text 7"/>
          <p:cNvSpPr/>
          <p:nvPr/>
        </p:nvSpPr>
        <p:spPr>
          <a:xfrm>
            <a:off x="274320" y="66019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— Kasir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6019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12648"/>
            <a:ext cx="1216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Struk Pembayaran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155680" y="16459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501384"/>
            <a:ext cx="12161520" cy="36576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6501384"/>
            <a:ext cx="9729216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850392"/>
            <a:ext cx="2194560" cy="329184"/>
          </a:xfrm>
          <a:prstGeom prst="roundRect">
            <a:avLst>
              <a:gd name="adj" fmla="val 13889"/>
            </a:avLst>
          </a:prstGeom>
          <a:solidFill>
            <a:srgbClr val="FEF3C7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8503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Pembayaran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307592"/>
            <a:ext cx="11247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struk pembayaran sebelum dicetak.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45920"/>
            <a:ext cx="64008" cy="182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603504" y="1609344"/>
            <a:ext cx="11100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struk thermal printer: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2057400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1975104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Header: Logo klinik, nama lengkap, alamat &amp; telepon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359152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2276856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Isi: No. Invoice, tanggal &amp; waktu, daftar item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660904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578608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Ringkasan: Subtotal per kategori, total akhir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2962656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2880360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Metode pembayaran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264408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" y="3182112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Footer: Pesan terima kasih &amp; QR code (opsional)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6291072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kasir-struk-invoice.png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Text 23"/>
          <p:cNvSpPr/>
          <p:nvPr/>
        </p:nvSpPr>
        <p:spPr>
          <a:xfrm>
            <a:off x="274320" y="66019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— Kasir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55680" y="66019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12648"/>
            <a:ext cx="1216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Proses Pembayaran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155680" y="16459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501384"/>
            <a:ext cx="12161520" cy="36576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6501384"/>
            <a:ext cx="9729216" cy="36576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8" name="Image 0" descr="D:\kerja\next2\ss\kasir-print-pembayar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86968"/>
            <a:ext cx="11612880" cy="558698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0" name="Text 7"/>
          <p:cNvSpPr/>
          <p:nvPr/>
        </p:nvSpPr>
        <p:spPr>
          <a:xfrm>
            <a:off x="274320" y="66019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— Kasir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155680" y="66019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5836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12648"/>
            <a:ext cx="1216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914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Proses Pembayaran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1155680" y="16459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6501384"/>
            <a:ext cx="12161520" cy="36576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6501384"/>
            <a:ext cx="1216152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850392"/>
            <a:ext cx="2194560" cy="329184"/>
          </a:xfrm>
          <a:prstGeom prst="roundRect">
            <a:avLst>
              <a:gd name="adj" fmla="val 13889"/>
            </a:avLst>
          </a:prstGeom>
          <a:solidFill>
            <a:srgbClr val="FEF3C7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8503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Pembayaran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307592"/>
            <a:ext cx="11247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Halaman untuk memproses pembayaran dan cetak struk.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645920"/>
            <a:ext cx="64008" cy="18288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603504" y="1609344"/>
            <a:ext cx="11100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Langkah-langkah Pembayaran: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2057400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1975104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Pilih Metode Bayar: Tunai / Transfer Bank / QRIS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359152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2276856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Jumlah Bayar — sistem auto-hitung kembalian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660904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578608"/>
            <a:ext cx="1104595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Klik "Bayar" — invoice berubah jadi Lunas &amp; struk cetak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11247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Jika printer offline, struk bisa disimpan sebagai PDF.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6291072"/>
            <a:ext cx="1143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kasir-print-pembayaran.png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" y="660196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— Kasir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6019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-1097280" y="-1097280"/>
            <a:ext cx="3840480" cy="3840480"/>
          </a:xfrm>
          <a:prstGeom prst="ellipse">
            <a:avLst/>
          </a:prstGeom>
          <a:solidFill>
            <a:srgbClr val="92400E">
              <a:alpha val="5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418320" y="4389120"/>
            <a:ext cx="3840480" cy="3840480"/>
          </a:xfrm>
          <a:prstGeom prst="ellipse">
            <a:avLst/>
          </a:prstGeom>
          <a:solidFill>
            <a:srgbClr val="F59E0B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920240"/>
            <a:ext cx="11247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 Terima Kasih ~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Panduan Pengguna — Kasir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2560320" y="3794760"/>
            <a:ext cx="7040880" cy="36576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2560320" y="395935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Halaman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035040" y="395935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Elrhea Clinic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560320" y="4507992"/>
            <a:ext cx="7040880" cy="36576"/>
          </a:xfrm>
          <a:prstGeom prst="rect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92400E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6601968"/>
            <a:ext cx="1161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SIMKlinik  •  2026  •  Panduan Pengguna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Panduan Pengguna — Kasir</dc:title>
  <dc:subject>Panduan Pengguna</dc:subject>
  <dc:creator>SIMKlinik</dc:creator>
  <cp:lastModifiedBy>SIMKlinik</cp:lastModifiedBy>
  <cp:revision>1</cp:revision>
  <dcterms:created xsi:type="dcterms:W3CDTF">2026-07-19T08:10:32Z</dcterms:created>
  <dcterms:modified xsi:type="dcterms:W3CDTF">2026-07-19T08:10:32Z</dcterms:modified>
</cp:coreProperties>
</file>