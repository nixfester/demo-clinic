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Panduan Pengguna - Karyawan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SIMKlinik Elrhea Clinic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2062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Daftar Isi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0" y="457200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login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karyawan-dashboard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karyawan-antrian-tanpa-pasien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karyawan-antrian-dengan-pasien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karyawan-antrian-siapkan-obat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karyawan-pendaftaran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217920" y="457200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karyawan-pendaftaran-form-layanan-dokter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karyawan-kasir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karyawan-katalog-produk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karyawan-layanan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karyawan-laporan-pembayaran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karyawan-laporan-pdf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login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0" y="137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12</a:t>
            </a:r>
            <a:endParaRPr lang="en-US" sz="1200" dirty="0"/>
          </a:p>
        </p:txBody>
      </p:sp>
      <p:pic>
        <p:nvPicPr>
          <p:cNvPr id="5" name="Image 0" descr="D:\kerja\next2\ss\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1161288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login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Penjelasan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0" y="1005840"/>
            <a:ext cx="94183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description available.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login.png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karyawan-dashboard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0" y="137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1200" dirty="0"/>
          </a:p>
        </p:txBody>
      </p:sp>
      <p:pic>
        <p:nvPicPr>
          <p:cNvPr id="5" name="Image 0" descr="D:\kerja\next2\ss\karyawan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1161288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karyawan-dashboard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Penjelasan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0" y="1005840"/>
            <a:ext cx="94183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description available.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karyawan-dashboard.png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karyawan-antrian-tanpa-pasien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0" y="137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1200" dirty="0"/>
          </a:p>
        </p:txBody>
      </p:sp>
      <p:pic>
        <p:nvPicPr>
          <p:cNvPr id="5" name="Image 0" descr="D:\kerja\next2\ss\karyawan-antrian-tanpa-pasi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1161288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karyawan-antrian-tanpa-pasien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Penjelasan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0" y="1005840"/>
            <a:ext cx="94183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description available.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karyawan-antrian-tanpa-pasien.png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karyawan-antrian-dengan-pasien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0" y="137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1200" dirty="0"/>
          </a:p>
        </p:txBody>
      </p:sp>
      <p:pic>
        <p:nvPicPr>
          <p:cNvPr id="5" name="Image 0" descr="D:\kerja\next2\ss\karyawan-antrian-dengan-pasi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1161288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karyawan-antrian-dengan-pasien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Penjelasan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0" y="1005840"/>
            <a:ext cx="94183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description available.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karyawan-antrian-dengan-pasien.png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karyawan-antrian-siapkan-obat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0" y="137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1200" dirty="0"/>
          </a:p>
        </p:txBody>
      </p:sp>
      <p:pic>
        <p:nvPicPr>
          <p:cNvPr id="5" name="Image 0" descr="D:\kerja\next2\ss\karyawan-antrian-siapkan-ob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1161288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karyawan-antrian-siapkan-obat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Penjelasan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0" y="1005840"/>
            <a:ext cx="94183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description available.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karyawan-antrian-siapkan-obat.png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karyawan-pendaftaran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0" y="137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1200" dirty="0"/>
          </a:p>
        </p:txBody>
      </p:sp>
      <p:pic>
        <p:nvPicPr>
          <p:cNvPr id="5" name="Image 0" descr="D:\kerja\next2\ss\karyawan-pendaftar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1161288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karyawan-pendaftaran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Penjelasan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0" y="1005840"/>
            <a:ext cx="94183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description available.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karyawan-pendaftaran.png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karyawan-pendaftaran-form-layanan-dokter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0" y="137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1200" dirty="0"/>
          </a:p>
        </p:txBody>
      </p:sp>
      <p:pic>
        <p:nvPicPr>
          <p:cNvPr id="5" name="Image 0" descr="D:\kerja\next2\ss\karyawan-pendaftaran-form-layanan-dok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1161288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karyawan-pendaftaran-form-layanan-dokter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Penjelasan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0" y="1005840"/>
            <a:ext cx="94183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description available.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karyawan-pendaftaran-form-layanan-dokter.png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karyawan-kasir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0" y="137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1200" dirty="0"/>
          </a:p>
        </p:txBody>
      </p:sp>
      <p:pic>
        <p:nvPicPr>
          <p:cNvPr id="5" name="Image 0" descr="D:\kerja\next2\ss\karyawan-kas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1161288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karyawan-kasir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Penjelasan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0" y="1005840"/>
            <a:ext cx="94183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description available.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karyawan-kasir.png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karyawan-katalog-produk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0" y="137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1200" dirty="0"/>
          </a:p>
        </p:txBody>
      </p:sp>
      <p:pic>
        <p:nvPicPr>
          <p:cNvPr id="5" name="Image 0" descr="D:\kerja\next2\ss\karyawan-katalog-produ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1161288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karyawan-katalog-produk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Penjelasan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0" y="1005840"/>
            <a:ext cx="94183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description available.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karyawan-katalog-produk.png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karyawan-layanan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0" y="137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1200" dirty="0"/>
          </a:p>
        </p:txBody>
      </p:sp>
      <p:pic>
        <p:nvPicPr>
          <p:cNvPr id="5" name="Image 0" descr="D:\kerja\next2\ss\karyawan-layan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1161288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karyawan-layanan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Penjelasan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0" y="1005840"/>
            <a:ext cx="94183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description available.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karyawan-layanan.png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karyawan-laporan-pembayaran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0" y="137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1200" dirty="0"/>
          </a:p>
        </p:txBody>
      </p:sp>
      <p:pic>
        <p:nvPicPr>
          <p:cNvPr id="5" name="Image 0" descr="D:\kerja\next2\ss\karyawan-laporan-pembayar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1161288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karyawan-laporan-pembayaran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Penjelasan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0" y="1005840"/>
            <a:ext cx="94183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description available.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karyawan-laporan-pembayaran.png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karyawan-laporan-pdf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0" y="137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</a:t>
            </a:r>
            <a:endParaRPr lang="en-US" sz="1200" dirty="0"/>
          </a:p>
        </p:txBody>
      </p:sp>
      <p:pic>
        <p:nvPicPr>
          <p:cNvPr id="5" name="Image 0" descr="D:\kerja\next2\ss\karyawan-laporan-pd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1161288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karyawan-laporan-pdf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Penjelasan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0" y="1005840"/>
            <a:ext cx="94183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description available.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karyawan-laporan-pdf.png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 Akhir Panduan ~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Panduan Pengguna - Karyawan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2062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halaman tutorial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Panduan Pengguna - Karyawan</dc:title>
  <dc:subject>PptxGenJS Presentation</dc:subject>
  <dc:creator>SIMKlinik</dc:creator>
  <cp:lastModifiedBy>SIMKlinik</cp:lastModifiedBy>
  <cp:revision>1</cp:revision>
  <dcterms:created xsi:type="dcterms:W3CDTF">2026-07-19T01:48:22Z</dcterms:created>
  <dcterms:modified xsi:type="dcterms:W3CDTF">2026-07-19T01:48:22Z</dcterms:modified>
</cp:coreProperties>
</file>