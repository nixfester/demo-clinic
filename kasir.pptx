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Pengguna - Kasir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Elrhea Clinic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Isi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457200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login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kasir-list-invoice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kasir-invoice-detail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0" y="457200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kasir-struk-invoice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kasir-print-pembayaran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login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5</a:t>
            </a:r>
            <a:endParaRPr lang="en-US" sz="1200" dirty="0"/>
          </a:p>
        </p:txBody>
      </p:sp>
      <p:pic>
        <p:nvPicPr>
          <p:cNvPr id="5" name="Image 0" descr="D:\kerja\next2\ss\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login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login.png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kasir-list-invoice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200" dirty="0"/>
          </a:p>
        </p:txBody>
      </p:sp>
      <p:pic>
        <p:nvPicPr>
          <p:cNvPr id="5" name="Image 0" descr="D:\kerja\next2\ss\kasir-list-in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kasir-list-invoice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kasir-list-invoice.png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kasir-invoice-detail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pic>
        <p:nvPicPr>
          <p:cNvPr id="5" name="Image 0" descr="D:\kerja\next2\ss\kasir-invoice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kasir-invoice-detail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kasir-invoice-detail.png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kasir-struk-invoice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pic>
        <p:nvPicPr>
          <p:cNvPr id="5" name="Image 0" descr="D:\kerja\next2\ss\kasir-struk-in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kasir-struk-invoice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kasir-struk-invoice.png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kasir-print-pembayaran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200" dirty="0"/>
          </a:p>
        </p:txBody>
      </p:sp>
      <p:pic>
        <p:nvPicPr>
          <p:cNvPr id="5" name="Image 0" descr="D:\kerja\next2\ss\kasir-print-pembay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kasir-print-pembayaran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kasir-print-pembayaran.png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Akhir Panduan ~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Pengguna - Kasir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halaman tutorial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Panduan Pengguna - Kasir</dc:title>
  <dc:subject>PptxGenJS Presentation</dc:subject>
  <dc:creator>SIMKlinik</dc:creator>
  <cp:lastModifiedBy>SIMKlinik</cp:lastModifiedBy>
  <cp:revision>1</cp:revision>
  <dcterms:created xsi:type="dcterms:W3CDTF">2026-07-19T01:48:22Z</dcterms:created>
  <dcterms:modified xsi:type="dcterms:W3CDTF">2026-07-19T01:48:22Z</dcterms:modified>
</cp:coreProperties>
</file>